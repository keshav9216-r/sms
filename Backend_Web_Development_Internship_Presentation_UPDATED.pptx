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4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3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6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2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8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2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3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5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9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15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6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7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49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34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06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Backend Web Development 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t>Final Year Internship Report</a:t>
            </a:r>
          </a:p>
          <a:p>
            <a:r>
              <a:t>Pratik Shrees (29994/078)</a:t>
            </a:r>
          </a:p>
          <a:p>
            <a:r>
              <a:t>BSc. CSIT</a:t>
            </a:r>
          </a:p>
          <a:p>
            <a:r>
              <a:t>Tribhuvan University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Internship at Trulyiconic Tech</a:t>
            </a:r>
          </a:p>
          <a:p>
            <a:r>
              <a:t>• Focus: Backend Web Development using Laravel</a:t>
            </a:r>
          </a:p>
          <a:p>
            <a:r>
              <a:t>• Project: Online Liquor Shop Backend System</a:t>
            </a:r>
          </a:p>
          <a:p>
            <a:r>
              <a:t>• Academic Requirement (BSc. CSIT – TU)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Details (Updated)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Date: 7 October, 2025</a:t>
            </a:r>
          </a:p>
          <a:p>
            <a:r>
              <a:t>• End Date: 12 January, 2026</a:t>
            </a:r>
          </a:p>
          <a:p>
            <a:r>
              <a:t>• Total Duration: 3 Months</a:t>
            </a:r>
          </a:p>
          <a:p>
            <a:r>
              <a:t>• Position: Backend Web Developer Intern</a:t>
            </a:r>
          </a:p>
          <a:p>
            <a:r>
              <a:t>• Mentor: Mr. Sudarshan Sharma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Overview – Trulyiconic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Development Company</a:t>
            </a:r>
          </a:p>
          <a:p>
            <a:r>
              <a:t>• Web &amp; Mobile Application Development</a:t>
            </a:r>
          </a:p>
          <a:p>
            <a:r>
              <a:t>• Machine Learning &amp; WordPress Development</a:t>
            </a:r>
          </a:p>
          <a:p>
            <a:r>
              <a:t>• Location: Gaidakot-4, Nawalpur, Nepal</a:t>
            </a:r>
          </a:p>
          <a:p>
            <a:r>
              <a:t>• Opening Hours: 10am – 5pm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Laravel MVC architecture</a:t>
            </a:r>
          </a:p>
          <a:p>
            <a:r>
              <a:t>• Develop secure RESTful APIs</a:t>
            </a:r>
          </a:p>
          <a:p>
            <a:r>
              <a:t>• Implement authentication &amp; RBAC</a:t>
            </a:r>
          </a:p>
          <a:p>
            <a:r>
              <a:t>• Work on real-world backend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Laravel backend development</a:t>
            </a:r>
          </a:p>
          <a:p>
            <a:r>
              <a:t>• REST API creation &amp; testing (Postman)</a:t>
            </a:r>
          </a:p>
          <a:p>
            <a:r>
              <a:t>• Database schema design &amp; migrations</a:t>
            </a:r>
          </a:p>
          <a:p>
            <a:r>
              <a:t>• Payment gateway integration</a:t>
            </a:r>
          </a:p>
          <a:p>
            <a:r>
              <a:t>• Bug fixing &amp; performance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Work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Week 1–2: Setup, DB Design, Project Structure</a:t>
            </a:r>
          </a:p>
          <a:p>
            <a:r>
              <a:rPr dirty="0"/>
              <a:t>• Week 3–4: CRUD, Authentication, RBAC</a:t>
            </a:r>
          </a:p>
          <a:p>
            <a:r>
              <a:rPr dirty="0"/>
              <a:t>• Week 5–6: Cart System, Orders, Payment Integration</a:t>
            </a:r>
          </a:p>
          <a:p>
            <a:r>
              <a:rPr dirty="0"/>
              <a:t>• Week 7–8: Search, Filters, Inventory</a:t>
            </a:r>
          </a:p>
          <a:p>
            <a:r>
              <a:rPr dirty="0"/>
              <a:t>• Week 9–12: Reports, Reviews, </a:t>
            </a:r>
            <a:r>
              <a:rPr dirty="0" smtClean="0"/>
              <a:t>Optimization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Registration &amp; Login</a:t>
            </a:r>
          </a:p>
          <a:p>
            <a:r>
              <a:t>• Product &amp; Category Management (CRUD)</a:t>
            </a:r>
          </a:p>
          <a:p>
            <a:r>
              <a:t>• Shopping Cart &amp; Order Flow</a:t>
            </a:r>
          </a:p>
          <a:p>
            <a:r>
              <a:t>• Payment Integration</a:t>
            </a:r>
          </a:p>
          <a:p>
            <a:r>
              <a:t>• Admin &amp; Customer Dashboards</a:t>
            </a:r>
          </a:p>
          <a:p>
            <a:r>
              <a:t>• Reporting &amp;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Laravel backend expertise</a:t>
            </a:r>
          </a:p>
          <a:p>
            <a:r>
              <a:t>• API &amp; database optimization skills</a:t>
            </a:r>
          </a:p>
          <a:p>
            <a:r>
              <a:t>• Real-world e-commerce experience</a:t>
            </a:r>
          </a:p>
          <a:p>
            <a:r>
              <a:t>• Improved teamwork &amp; communication</a:t>
            </a:r>
          </a:p>
          <a:p>
            <a:r>
              <a:t>• Enhanced problem-solving 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secure backend system</a:t>
            </a:r>
          </a:p>
          <a:p>
            <a:r>
              <a:t>• Bridged academic &amp; industry knowledge gap</a:t>
            </a:r>
          </a:p>
          <a:p>
            <a:r>
              <a:t>• Strengthened professional development</a:t>
            </a:r>
          </a:p>
          <a:p>
            <a:r>
              <a:t>• Built foundation for backend career growth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320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Backend Web Development Internship</vt:lpstr>
      <vt:lpstr>Introduction</vt:lpstr>
      <vt:lpstr>Internship Details (Updated)</vt:lpstr>
      <vt:lpstr>Organization Overview – Trulyiconic Tech</vt:lpstr>
      <vt:lpstr>Objectives</vt:lpstr>
      <vt:lpstr>Roles &amp; Responsibilities</vt:lpstr>
      <vt:lpstr>Weekly Work Summary</vt:lpstr>
      <vt:lpstr>Key Features Developed</vt:lpstr>
      <vt:lpstr>Learning Outcomes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Web Development Internship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2026-02-25T17:01:48Z</dcterms:modified>
  <cp:category/>
</cp:coreProperties>
</file>